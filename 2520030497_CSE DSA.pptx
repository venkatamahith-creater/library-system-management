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16"/>
  </p:notesMasterIdLst>
  <p:handoutMasterIdLst>
    <p:handoutMasterId r:id="rId17"/>
  </p:handoutMasterIdLst>
  <p:sldIdLst>
    <p:sldId id="314" r:id="rId3"/>
    <p:sldId id="322" r:id="rId4"/>
    <p:sldId id="323" r:id="rId5"/>
    <p:sldId id="266" r:id="rId6"/>
    <p:sldId id="341" r:id="rId7"/>
    <p:sldId id="342" r:id="rId8"/>
    <p:sldId id="343" r:id="rId9"/>
    <p:sldId id="344" r:id="rId10"/>
    <p:sldId id="346" r:id="rId11"/>
    <p:sldId id="340" r:id="rId12"/>
    <p:sldId id="347" r:id="rId13"/>
    <p:sldId id="348" r:id="rId14"/>
    <p:sldId id="332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18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3BCDB23-F71F-45AC-95C4-53EA35851854}" v="25" dt="2026-03-04T03:42:43.0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582"/>
    <p:restoredTop sz="95833"/>
  </p:normalViewPr>
  <p:slideViewPr>
    <p:cSldViewPr snapToGrid="0" snapToObjects="1">
      <p:cViewPr varScale="1">
        <p:scale>
          <a:sx n="82" d="100"/>
          <a:sy n="82" d="100"/>
        </p:scale>
        <p:origin x="50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51" d="100"/>
          <a:sy n="51" d="100"/>
        </p:scale>
        <p:origin x="3208" y="2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EFD0E32-84B7-61F7-BC6E-7F3D3E58F42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8D96D9-5F98-A44D-2018-D6A2A308A4F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9F6064-4237-BA4C-A655-B64A9E0DF723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93AFF6-B32C-BF80-479E-15EDD755C5E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1E1A79-2016-95C1-5829-B295A2C985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FBAABA-A336-9B4F-BB34-8D7F4005576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12229D-753E-D112-EA38-F8EB6301E6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16374" cy="458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5858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A854B6-73EE-3647-B9F0-9FDDAF047BDA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329816-4D5E-3B44-810B-F5C416F14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155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27E06-5BF0-54B9-FB5D-CFB52D43BF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6EA4E6-D507-DC8D-31AA-A4CB32D7CE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C99788-2E86-FADA-072C-884B02615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734CB-DFAB-944A-8037-9643745D8F20}" type="datetime1">
              <a:rPr lang="en-IN" smtClean="0"/>
              <a:t>11-03-2026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4D1ADA-8991-D408-DA0A-FE3B043FE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DF78D-056F-7C9E-8F10-682094624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291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DA370-C77E-4354-33A4-1D2D9DDD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3FE7F8-1A57-17F5-243A-454005CCDF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EAE72D-6D76-FAB8-D597-99BF2087A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11-03-2026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860C41-C703-1443-60E7-2BEF34D36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BB3600-770E-6D67-2A66-D2FECF5D3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776DCD-546C-A1AC-C961-3F3EEC504416}"/>
              </a:ext>
            </a:extLst>
          </p:cNvPr>
          <p:cNvSpPr/>
          <p:nvPr userDrawn="1"/>
        </p:nvSpPr>
        <p:spPr>
          <a:xfrm>
            <a:off x="87228" y="60325"/>
            <a:ext cx="1532022" cy="620712"/>
          </a:xfrm>
          <a:prstGeom prst="rect">
            <a:avLst/>
          </a:prstGeom>
          <a:blipFill dpi="0" rotWithShape="1">
            <a:blip r:embed="rId2">
              <a:alphaModFix amt="78101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641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A5DA9-698C-D133-BCF7-93A02E210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A85215-9C62-1486-DEC7-AF8E59725B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D292FD-C465-3FCB-1CEB-331C31A97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335F-2E5B-B14E-9706-E237C81E4155}" type="datetime1">
              <a:rPr lang="en-IN" smtClean="0"/>
              <a:t>11-03-2026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196C18-4538-A1F2-0B35-7684E5B30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05BEFA-16A3-B084-9011-B7E85C9C9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370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3A91F-6631-AA20-E58B-064235B6D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0029CD-C8C6-CEFE-D059-40BEA29975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75D9AB-9E5E-59E2-9DA3-6C54D45EAC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3C372B-55E2-4467-1C5C-88EAE7283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D6649-7156-A341-B9F2-F045B7551E13}" type="datetime1">
              <a:rPr lang="en-IN" smtClean="0"/>
              <a:t>11-03-2026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0897BD-CB93-AC5A-9B15-FD7F4D952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5540F5-8BB9-4C4C-626E-5D45C97E3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253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68A3B-B4EE-2816-3ADC-193854142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1AF86E-35F8-453B-F58E-48D8C4903A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3D8923-FBC0-8866-8350-696FB3D22B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545281-3CB5-361A-7D56-C6E37E290D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F62343-9DB8-07DC-AD19-22AE6A7E5D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EB0191-CD7B-6170-8655-A3CD1009B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77CD1-E97C-BA41-8E49-9F39B98FFBE8}" type="datetime1">
              <a:rPr lang="en-IN" smtClean="0"/>
              <a:t>11-03-2026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680C4C-B6E8-81B1-E2F5-D6264E3F6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C8B11F-5860-03B4-E71F-3467444F9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005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7A6C5-1A49-C01E-B839-45967150D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C47471-9D6F-27AE-9B05-71D6BF96E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DBCA1-9406-7A44-8A76-1046B4040777}" type="datetime1">
              <a:rPr lang="en-IN" smtClean="0"/>
              <a:t>11-03-2026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5AFD67-19CE-C1CD-207C-EF612C5A6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0D7506-CEE9-31E5-7D10-A0BD1B2B0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880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2BBBBF-B095-FC7E-61BE-572DFB7B1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B085D-B69B-9C45-93A5-77F47F2F6792}" type="datetime1">
              <a:rPr lang="en-IN" smtClean="0"/>
              <a:t>11-03-2026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7555D4-8ECB-AFFE-0E72-A206E4098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E9EB7F-0F36-6AF2-5A6E-D350360EF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975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F3453-54A8-457E-0F66-9BE958D91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E50AE-B8BE-E1FF-F3BA-8093082215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DA6038-C8B1-F7F2-5CA8-15CFE38CBD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097CAE-AF61-8AFD-5350-97D8044E1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B69B7-E8EF-6346-9390-671C5B22ACF3}" type="datetime1">
              <a:rPr lang="en-IN" smtClean="0"/>
              <a:t>11-03-2026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9E989E-AF43-DFDB-D9DD-E85DED3C0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FBCAA9-93EB-8A4D-BB9C-2479D5935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423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CE57A-1FB8-E230-296B-702500A0D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470CF4-1245-8E91-196B-2297C07C97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C54EA7-CAD7-C04A-6487-F7D1660330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F31731-B315-1CCB-7EEF-B7C7EC925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0709D-BF3C-5743-B60D-B01C16014A7B}" type="datetime1">
              <a:rPr lang="en-IN" smtClean="0"/>
              <a:t>11-03-2026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4DE31E-F8C7-4C00-C40D-FE2821B70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7C9369-3918-E39E-9B60-A57179D04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463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9F7F1-0136-E40C-5B0F-C1D42F6EF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08B89F-EA4C-AA4F-0EB2-C715E5B0D6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C2AEC3-3D5C-B4D8-ADAC-C6249EB46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444B0-6575-954F-AAA2-CB0D0417F745}" type="datetime1">
              <a:rPr lang="en-IN" smtClean="0"/>
              <a:t>11-03-2026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9FED2-229B-3728-C7BA-7E8D51577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8B8F22-95FA-4A5E-31CC-C3851B52E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613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6F1B25-2FA5-C4F6-09E8-D6F7A8DF83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1113B0-02D5-BBE3-31A5-4739616298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9CAE10-6B7D-C48F-F3FF-419AD4413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7A436-9AA5-6C4B-AFF1-C34F60A9AB89}" type="datetime1">
              <a:rPr lang="en-IN" smtClean="0"/>
              <a:t>11-03-2026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52D582-0634-2511-6F7E-7229EC072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BAE7E1-0525-6C8B-2077-B55EFBEA6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2507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2A4A3-2E21-E418-73DE-E22247EE41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C87DE1-CAF2-229C-5776-9562B79560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54DD8-14C4-ACB8-D444-27F005A4C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141C7-EF5A-1D4A-89F0-79C7DE818D53}" type="datetime1">
              <a:rPr lang="en-IN" smtClean="0"/>
              <a:t>11-03-2026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6BF891-4BCD-EC21-1259-8661D36C8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3951AF-D1A2-07A4-0B2A-7E9D6B416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8524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CBFB9-B574-3DEB-F162-FE89B3802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94B0E9-24AC-9760-0CBD-E5D0888E3F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C41205-CA2E-9649-1960-8F17E0E6D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68A0C-C998-984C-ABE3-A33473D7CABD}" type="datetime1">
              <a:rPr lang="en-IN" smtClean="0"/>
              <a:t>11-03-2026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02BAD-D0DE-F254-BBD1-2AFE276BD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787769-B833-24E6-E30B-DCE74558A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1927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24CF5-AE66-5FEF-8EEC-A630C8B29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528CE2-68D8-267B-C297-6117F0736A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25FFB0-0F78-AEB8-5AFB-EC779B961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2EF84-6667-8447-AC88-082F9D71D82C}" type="datetime1">
              <a:rPr lang="en-IN" smtClean="0"/>
              <a:t>11-03-2026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F3BE8E-E2EB-A8B6-21DD-9AB839A58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4BE51E-49C9-6B3A-1C46-49212B576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8376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3AF32-49A3-7BB1-C7E7-6C5D90D17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51BE1-060E-F420-83BA-C8AE9151CF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5265B4-44BE-C9BD-56AD-24359969A5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262ECC-3BDB-BEA4-4B7F-1545B0DC3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63FD6-5C64-304A-9680-469E8D83D1BF}" type="datetime1">
              <a:rPr lang="en-IN" smtClean="0"/>
              <a:t>11-03-2026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899311-B569-3D99-B257-5CEB03A68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E828AD-34AD-9A23-4FFC-4C32387C9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4661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56895-A3B7-F0FB-3CBE-59E564F22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29C285-ECC0-3375-66EF-B240D726BE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DB153A-9265-EAEC-A55D-2519057330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E62BD6-069B-567C-13A2-AD51A312FB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0CFDC1-AF24-C301-0A26-DA099D8FF3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2CB484-D858-5027-D2CF-125E103D2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985EC-8C41-0649-B43C-28421C497AA5}" type="datetime1">
              <a:rPr lang="en-IN" smtClean="0"/>
              <a:t>11-03-2026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CD1DFD-AA21-1102-AD58-F0AB4361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58466D-C960-00E9-B91E-E20525158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166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5EEF4A-08C3-1725-4505-63B90332E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0D38A5-B84E-8DCB-3CEA-900D45C858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6F078D-01B0-9071-5546-6BFF4A071C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85D85A-3465-384D-962A-D11BB8B39525}" type="datetime1">
              <a:rPr lang="en-IN" smtClean="0"/>
              <a:t>11-03-2026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063510-A0D8-83AF-2345-E0A8B79D5D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B51A12-6174-66E3-0415-DA607E50CD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827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B26EC2-0EF8-2F89-DF64-2685FD639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E29FC3-B99D-0056-3798-159705D113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79F1E1-99D3-E959-A91B-BD6DF2599B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F4C6E9-161C-B44B-AD70-8813DADCDED1}" type="datetime1">
              <a:rPr lang="en-IN" smtClean="0"/>
              <a:t>11-03-2026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EC7260-A9B7-9847-6D81-8C797C4D5A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527894-99B0-6303-77B2-C1C210EE22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484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00A09-BF95-A121-71A4-33FFE91AC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057" y="136525"/>
            <a:ext cx="11543614" cy="1128381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0070C0"/>
                </a:solidFill>
                <a:latin typeface="+mn-lt"/>
                <a:cs typeface="Arial" panose="020B0604020202020204" pitchFamily="34" charset="0"/>
              </a:rPr>
              <a:t>Title: Library System Management</a:t>
            </a:r>
            <a:endParaRPr lang="en-US" sz="2400" dirty="0">
              <a:solidFill>
                <a:srgbClr val="FF0000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EAE0CE-45A1-A1FF-31F4-66CECAEF30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150130"/>
            <a:ext cx="10515600" cy="1097555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buNone/>
            </a:pPr>
            <a:r>
              <a:rPr lang="en-US" sz="9600" dirty="0"/>
              <a:t>Student Name: </a:t>
            </a:r>
            <a:r>
              <a:rPr lang="en-US" sz="9600" dirty="0" err="1"/>
              <a:t>D.Venkata</a:t>
            </a:r>
            <a:r>
              <a:rPr lang="en-US" sz="9600" dirty="0"/>
              <a:t> Mahith</a:t>
            </a:r>
          </a:p>
          <a:p>
            <a:pPr marL="0" indent="0" algn="ctr">
              <a:buNone/>
            </a:pPr>
            <a:r>
              <a:rPr lang="en-US" sz="9600" dirty="0"/>
              <a:t>Student ID: 2520030497</a:t>
            </a:r>
            <a:endParaRPr lang="en-US" sz="2400" dirty="0"/>
          </a:p>
          <a:p>
            <a:pPr marL="0" indent="0" algn="ctr">
              <a:buNone/>
            </a:pPr>
            <a:r>
              <a:rPr lang="en-US" sz="11200" dirty="0"/>
              <a:t>Cluster:03</a:t>
            </a:r>
          </a:p>
          <a:p>
            <a:pPr marL="0" indent="0" algn="ctr">
              <a:buNone/>
            </a:pPr>
            <a:r>
              <a:rPr lang="en-US" sz="11200" dirty="0"/>
              <a:t>Section: 12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24CF11E-4EBB-004C-8FD7-152B8D16D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BCEED-36AB-D94A-B562-4D3E096B39D1}" type="datetime1">
              <a:rPr lang="en-IN" smtClean="0"/>
              <a:t>11-03-2026</a:t>
            </a:fld>
            <a:endParaRPr lang="en-US"/>
          </a:p>
        </p:txBody>
      </p:sp>
      <p:pic>
        <p:nvPicPr>
          <p:cNvPr id="12" name="Picture 11" descr="A picture containing shape&#10;&#10;Description automatically generated">
            <a:extLst>
              <a:ext uri="{FF2B5EF4-FFF2-40B4-BE49-F238E27FC236}">
                <a16:creationId xmlns:a16="http://schemas.microsoft.com/office/drawing/2014/main" id="{22EBCDF0-8C0C-C908-85EA-FD8A72825B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6361" y="5015918"/>
            <a:ext cx="1725712" cy="930978"/>
          </a:xfrm>
          <a:prstGeom prst="rect">
            <a:avLst/>
          </a:prstGeom>
        </p:spPr>
      </p:pic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3F9DE7D0-41AC-90DD-3065-235240261B1B}"/>
              </a:ext>
            </a:extLst>
          </p:cNvPr>
          <p:cNvSpPr txBox="1">
            <a:spLocks/>
          </p:cNvSpPr>
          <p:nvPr/>
        </p:nvSpPr>
        <p:spPr>
          <a:xfrm>
            <a:off x="838200" y="3332480"/>
            <a:ext cx="11199471" cy="1571945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600" dirty="0"/>
              <a:t>Under the Guidance </a:t>
            </a:r>
          </a:p>
          <a:p>
            <a:pPr marL="0" indent="0" algn="ctr">
              <a:buNone/>
            </a:pPr>
            <a:r>
              <a:rPr lang="en-US" sz="8600" dirty="0"/>
              <a:t>of </a:t>
            </a:r>
            <a:endParaRPr lang="en-US" sz="8600" dirty="0">
              <a:solidFill>
                <a:srgbClr val="00B050"/>
              </a:solidFill>
            </a:endParaRPr>
          </a:p>
          <a:p>
            <a:pPr marL="0" indent="0" algn="ctr">
              <a:buNone/>
            </a:pPr>
            <a:r>
              <a:rPr lang="en-US" sz="8600" dirty="0">
                <a:solidFill>
                  <a:srgbClr val="00B050"/>
                </a:solidFill>
              </a:rPr>
              <a:t>Supervisor Name: Dr. Chaitanya Kumar</a:t>
            </a:r>
          </a:p>
          <a:p>
            <a:pPr marL="0" indent="0" algn="ctr">
              <a:buNone/>
            </a:pPr>
            <a:r>
              <a:rPr lang="en-US" sz="8600" dirty="0">
                <a:solidFill>
                  <a:srgbClr val="00B050"/>
                </a:solidFill>
              </a:rPr>
              <a:t>Assistant Professor</a:t>
            </a:r>
          </a:p>
          <a:p>
            <a:pPr marL="0" indent="0" algn="ctr">
              <a:buNone/>
            </a:pPr>
            <a:r>
              <a:rPr lang="en-US" sz="8600" dirty="0">
                <a:solidFill>
                  <a:srgbClr val="00B050"/>
                </a:solidFill>
              </a:rPr>
              <a:t>Department of CSE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400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4C03D2-3952-BF4D-18CA-C2C8547E2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0163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OUTLINE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3134"/>
            <a:ext cx="10515600" cy="4683829"/>
          </a:xfrm>
        </p:spPr>
        <p:txBody>
          <a:bodyPr>
            <a:normAutofit fontScale="6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IN" dirty="0"/>
              <a:t>Abstract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Existing System 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Proposed System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System Architecture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Project Modules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Objectives 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Co’s Attainments - FWD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dirty="0"/>
              <a:t>Co1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dirty="0"/>
              <a:t>Co2 …….. 5. Co5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Co’s Attainments - DSA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dirty="0"/>
              <a:t>Co1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dirty="0"/>
              <a:t>Co2 …….. 5. Co5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Screen Shots for FWD &amp; DSA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Conclusion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Geo-Tagged Photos</a:t>
            </a:r>
          </a:p>
          <a:p>
            <a:pPr marL="514350" indent="-514350">
              <a:buFont typeface="+mj-lt"/>
              <a:buAutoNum type="arabicPeriod"/>
            </a:pPr>
            <a:endParaRPr lang="en-IN" dirty="0"/>
          </a:p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81120-93CB-BF4D-9125-DC4781C9106A}" type="datetime1">
              <a:rPr lang="en-IN" smtClean="0"/>
              <a:t>11-03-2026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393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Abstract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11-03-2026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3</a:t>
            </a:fld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954B749-9B8B-379D-478A-EF5AC255F28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477800"/>
            <a:ext cx="10904780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Library Management System is 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digital platform for managing library operations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Designed to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store, organize, and manage book records efficiently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Allows librarians to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add, update, delete, and search books easily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 access to check book availability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Reduces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manual paperwork and administrative effort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Maintains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accurate and centralized database of books and users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speed and reliability of library services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Helps track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issued books and return dates automatically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157837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Existing System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B9F02-6AB8-A348-9013-8FCBB8174821}" type="datetime1">
              <a:rPr lang="en-IN" smtClean="0"/>
              <a:t>11-03-2026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4</a:t>
            </a:fld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DE1472B-1306-E0B4-876F-CB5BB8D6E3D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209800" y="2097191"/>
            <a:ext cx="7182607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Libraries mostly use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manual record keeping methods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Book details are stored in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registers or paper records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Searching books manually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takes more time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Difficult to maintain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large number of records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 possibility of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duplication and mistakes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Tracking issued books is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complex and inefficient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Manual systems lead to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slow library operations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Risk of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loss due to damage or misplacement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Limited access to information for students.</a:t>
            </a:r>
          </a:p>
        </p:txBody>
      </p:sp>
    </p:spTree>
    <p:extLst>
      <p:ext uri="{BB962C8B-B14F-4D97-AF65-F5344CB8AC3E}">
        <p14:creationId xmlns:p14="http://schemas.microsoft.com/office/powerpoint/2010/main" val="9308333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E7308-1D11-0801-FB87-8CFF8CD98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EAE696E-C5CB-1479-F98C-F7C2D0B7B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Proposed System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F95472-1444-D525-21F0-49779A036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11-03-2026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E105F9-7400-1835-C4B4-B38C94DE6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D399E1-BA43-10D5-C92A-C058676C1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5</a:t>
            </a:fld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D8948B8-00A2-3EC7-3089-CA4076175FB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016135"/>
            <a:ext cx="9995044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Implement a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web-based automated library management system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Maintain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digital records of books and members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Allow librarians to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manage books efficiently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quick search functionality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Enable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automatic tracking of issued and returned books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accuracy and reduce human errors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secure access to authorized users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Generate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reports on book availability and transactions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overall library management efficiency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054848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DA1740-4A22-BB35-FC5B-E9B781495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17383E4-A635-5D2C-0BA9-6A9D4A506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System Architecture</a:t>
            </a: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E257705B-E6C6-BB3A-B9FA-FDB126E4AC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45554" y="1493134"/>
            <a:ext cx="2900892" cy="4351338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AD3843-97BD-682A-B84E-8FDB18258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11-03-2026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A237BD-B76F-738D-5648-B271AAD57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B2409B-FFAD-25CD-834C-0C2CA4A71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0111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03485-1CDC-6A29-86F1-EC5F9BB7E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F8E0586-CE85-480D-585E-FCD3C3448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Project Modules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890F206-B37F-761D-F471-0BF91F8897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Module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new books to the system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 book information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Delete books from database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 user accounts</a:t>
            </a: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Module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books by title, author, or category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book availability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issued book details</a:t>
            </a: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 Management Module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 complete book database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book ID, title, author, category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 available copies</a:t>
            </a:r>
          </a:p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9FF571-AABB-DBF0-2720-7F01DFDDF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11-03-2026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AF6678-7BBF-2FBC-8619-C887BD26D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5A9859-4671-FF5D-1356-4CDA5C5CD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9656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173125-DE57-89FD-81B9-AA8B783FC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87EB9E5-2196-BA25-5BC0-0ADC2050C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Objectives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8B0D62-5A39-5424-9CF6-9A5122E0D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11-03-2026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045F34-84C7-08FE-3B8E-621019BE8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6C40D6-1BC6-8947-EA26-62259BD2C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8</a:t>
            </a:fld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8838540-4841-41A5-410E-20DAD7091C0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231579"/>
            <a:ext cx="7726795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 an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efficient library management system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Reduce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manual work in library operations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easy access to book information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storage and management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Enable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fast searching of books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Maintain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accurate records of issued books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Increase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productivity of librarians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Enhance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 experience for students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639859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8A9CAF-7EB0-0890-1F26-CA3F8236A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57E0E9F0-7414-F19D-A367-C4D70D67B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Co’s Attainments - DSA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D1C05D-4DC9-ADC0-13CA-909E89023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11-03-2026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CC7196-73FE-144C-6DB9-248E7AB56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194048-D768-5663-4851-89B00F981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9</a:t>
            </a:fld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CA45157-9170-B4C7-79CB-26C1B355608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662466"/>
            <a:ext cx="9409948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CO1: Apply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structures for managing records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CO2: Implement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searching techniques for book retrieval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CO3: Use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arrays or lists to store book details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CO3: Optimize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storage and retrieval operations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CO4: Improve system performance using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efficient algorithms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CO4: Apply problem-solving skills in real-world applications.</a:t>
            </a:r>
          </a:p>
        </p:txBody>
      </p:sp>
    </p:spTree>
    <p:extLst>
      <p:ext uri="{BB962C8B-B14F-4D97-AF65-F5344CB8AC3E}">
        <p14:creationId xmlns:p14="http://schemas.microsoft.com/office/powerpoint/2010/main" val="3443658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23D68-D41B-9825-3931-B79590C79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Screenshots for  DSA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6B5695A-F8F6-29FA-4412-926F35DFDD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700" y="1452400"/>
            <a:ext cx="6012300" cy="3688767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963D1B-E2DB-29C3-BA63-FF21B16E3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11-03-2026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114CB5-AB44-10F9-E8AF-4658C6595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8D5113-7B1F-AF02-CDA9-5B3AB95BE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10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A5D2CF2-CE32-7837-DCE8-648A342AEA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2181" y="1900271"/>
            <a:ext cx="5761210" cy="3558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9537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63A63-E30E-0694-B089-838C7E389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E8F526A-5F54-0308-7336-A6E081606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Conclusion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A84C9A-73D1-DA76-6E0C-91C24CB83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11-03-2026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81726C-C351-8876-43C7-C9B8807EA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E4E02D-0287-0F0D-A891-AE869E4F0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11</a:t>
            </a:fld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5F92280-9A0A-F186-C546-5EC798E7BF2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662466"/>
            <a:ext cx="9292929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Library Management System improves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efficiency of library operations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fast and accurate data management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Eliminates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manual paperwork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Helps librarians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manage books effectively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Provides students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easy access to book information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organization and maintenance of records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Future improvements may include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mobile app and barcode scanning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589121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848258-F0F3-1EE4-1AB3-DB04AD69E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961B8-8709-0718-F6D3-9D07622F7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Geo- Tag Photos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C5BA5714-461B-209F-ADE0-6276A8BF53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94662" y="1825625"/>
            <a:ext cx="5158738" cy="404333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18EAAE-4073-261B-4850-9857C07DB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11-03-2026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CA2172-0EFE-3ADA-47FA-029EF21AB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E9B8A7-6131-D012-7DA4-A9F36B2B1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719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40780"/>
            <a:ext cx="10515600" cy="543618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r>
              <a:rPr lang="en-IN" sz="4400" dirty="0"/>
              <a:t>THANK YOU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D6276-EBF6-BB4A-A6C6-114A8D55B891}" type="datetime1">
              <a:rPr lang="en-IN" smtClean="0"/>
              <a:t>11-03-2026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9582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3732</TotalTime>
  <Words>608</Words>
  <Application>Microsoft Office PowerPoint</Application>
  <PresentationFormat>Widescreen</PresentationFormat>
  <Paragraphs>138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Times New Roman</vt:lpstr>
      <vt:lpstr>Office Theme</vt:lpstr>
      <vt:lpstr>Custom Design</vt:lpstr>
      <vt:lpstr>Title: Library System Management</vt:lpstr>
      <vt:lpstr>OUTLINE</vt:lpstr>
      <vt:lpstr>Abstract</vt:lpstr>
      <vt:lpstr>Existing System </vt:lpstr>
      <vt:lpstr>Proposed System</vt:lpstr>
      <vt:lpstr>System Architecture</vt:lpstr>
      <vt:lpstr>Project Modules</vt:lpstr>
      <vt:lpstr>Objectives</vt:lpstr>
      <vt:lpstr>Co’s Attainments - DSA</vt:lpstr>
      <vt:lpstr>Screenshots for  DSA</vt:lpstr>
      <vt:lpstr>Conclusion</vt:lpstr>
      <vt:lpstr>Geo- Tag Photos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SHAHANA BANO</dc:creator>
  <cp:lastModifiedBy>venkatmahith038@gmail.com</cp:lastModifiedBy>
  <cp:revision>55</cp:revision>
  <dcterms:created xsi:type="dcterms:W3CDTF">2022-05-20T10:20:31Z</dcterms:created>
  <dcterms:modified xsi:type="dcterms:W3CDTF">2026-03-11T14:04:06Z</dcterms:modified>
</cp:coreProperties>
</file>